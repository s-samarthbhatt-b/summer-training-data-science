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6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94D5-C08B-99C1-B9A6-4EF15B2E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13210-0A48-6B1D-1C9E-B5DE7813A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E2E6E-2275-20ED-D5CF-F310955A0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28193-E1E4-8DEF-36E2-6AAC82C89B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5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Workers &amp; Mental Health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| CGC University Mohali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4005072"/>
            <a:ext cx="8887968" cy="113385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726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Bhatt  |  2405043188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412636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Blockchain — 2024-2028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4145459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7335" y="3389197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" y="4112111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12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dashboard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in tech companies struggle to understand mental health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patterns from raw survey data, making it hard to target wellness programs effectively.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departments, tech company leadership, and mental health organizations who need a clear view of treatment-seeking patterns across employee groups.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analyze the survey dataset using Python (Pandas, NumPy)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Excel summary tables and conditional formatting dashboards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meaningful DAX measures for treatment rate, age, and respondent counts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multi-page dashboard with 5+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12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(OSMI)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5029200" cy="22250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demographics; slicers and gender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for treatment-seeking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family_history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predictor of treatment-seeking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remote_work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Remote Work vs Treatment pie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the map visual and country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invalid Age values (-1726, 99 billion)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0" y="309067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40+ Gender entries into 3 categories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3438144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25312" y="34198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self_employed and work_interfere values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785616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925312" y="3767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Timestamp and free-text comments columns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69280" y="4133088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925312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Age to a realistic 18–75 range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0" y="448056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25312" y="4462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the cleaned dataset to Excel for Power BI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table structure &amp; key DAX measures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BABE-98B2-BA81-6A29-BC8CCEC5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2C9B92-B7A7-BBD6-B323-D70D76EA58E4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1E5437-3FA7-2702-7AC1-A9080B783446}"/>
              </a:ext>
            </a:extLst>
          </p:cNvPr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2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DF1B377-94DE-867B-F588-7DDCD2D29706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D1989DD-8FC5-B84B-BE46-73134F5B2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CFFC86F-5587-2FA5-7D98-DA745A063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3108481" cy="393192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0CBDF42-48E5-6E8B-9837-D31811CDB35A}"/>
              </a:ext>
            </a:extLst>
          </p:cNvPr>
          <p:cNvSpPr txBox="1"/>
          <p:nvPr/>
        </p:nvSpPr>
        <p:spPr>
          <a:xfrm>
            <a:off x="5852639" y="1143000"/>
            <a:ext cx="3108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Model Overview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9BD579-3C9F-8898-EEE5-5C77EECDBF71}"/>
              </a:ext>
            </a:extLst>
          </p:cNvPr>
          <p:cNvSpPr txBox="1"/>
          <p:nvPr/>
        </p:nvSpPr>
        <p:spPr>
          <a:xfrm>
            <a:off x="5852638" y="1514716"/>
            <a:ext cx="310848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Schema Type:</a:t>
            </a:r>
            <a:br>
              <a:rPr lang="en-US" sz="1100" dirty="0"/>
            </a:br>
            <a:r>
              <a:rPr lang="en-US" sz="1100" dirty="0"/>
              <a:t>Single Flat Table</a:t>
            </a:r>
          </a:p>
          <a:p>
            <a:r>
              <a:rPr lang="en-US" sz="1100" b="1" dirty="0"/>
              <a:t>Table Name:</a:t>
            </a:r>
            <a:br>
              <a:rPr lang="en-US" sz="1100" dirty="0"/>
            </a:br>
            <a:r>
              <a:rPr lang="en-US" sz="1100" dirty="0"/>
              <a:t>Raw Data</a:t>
            </a:r>
          </a:p>
          <a:p>
            <a:r>
              <a:rPr lang="en-US" sz="1100" b="1" dirty="0"/>
              <a:t>Number of Tables:</a:t>
            </a:r>
            <a:br>
              <a:rPr lang="en-US" sz="1100" dirty="0"/>
            </a:br>
            <a:r>
              <a:rPr lang="en-US" sz="1100" dirty="0"/>
              <a:t>1</a:t>
            </a:r>
          </a:p>
          <a:p>
            <a:r>
              <a:rPr lang="en-US" sz="1100" b="1" dirty="0"/>
              <a:t>Relationships:</a:t>
            </a:r>
            <a:br>
              <a:rPr lang="en-US" sz="1100" dirty="0"/>
            </a:br>
            <a:r>
              <a:rPr lang="en-US" sz="1100" dirty="0"/>
              <a:t>None</a:t>
            </a:r>
          </a:p>
          <a:p>
            <a:r>
              <a:rPr lang="en-US" sz="1100" b="1" dirty="0"/>
              <a:t>Purpose:</a:t>
            </a:r>
            <a:br>
              <a:rPr lang="en-US" sz="1100" dirty="0"/>
            </a:br>
            <a:r>
              <a:rPr lang="en-US" sz="1100" dirty="0"/>
              <a:t>Stores all survey data in a single table for analysis and visualization.</a:t>
            </a:r>
          </a:p>
          <a:p>
            <a:r>
              <a:rPr lang="en-US" sz="1100" b="1" dirty="0"/>
              <a:t>Used For:</a:t>
            </a:r>
            <a:endParaRPr lang="en-US" sz="1100" dirty="0"/>
          </a:p>
          <a:p>
            <a:r>
              <a:rPr lang="en-US" sz="1100" dirty="0"/>
              <a:t>Creating Dashboard Visuals </a:t>
            </a:r>
          </a:p>
          <a:p>
            <a:r>
              <a:rPr lang="en-US" sz="1100" dirty="0"/>
              <a:t>Building DAX Measures </a:t>
            </a:r>
          </a:p>
          <a:p>
            <a:r>
              <a:rPr lang="en-US" sz="1100" dirty="0"/>
              <a:t>Applying Filters &amp; Slicers </a:t>
            </a:r>
          </a:p>
          <a:p>
            <a:r>
              <a:rPr lang="en-US" sz="1100" dirty="0"/>
              <a:t>Interactive Data Analysis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0977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9 / 12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Total Respondents, Treatment Rate 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Treatment Split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Treatment by Gender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Page 2 for Map — Respondents by Country)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Gender / treatment / remote_work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77193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Treatment-seeking is nearly an even split (~51% Yes), but females seek treatment at a noticeably higher rate than males.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AB03B7-05FF-D3E0-9425-248FBF94A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1" y="3015754"/>
            <a:ext cx="3370217" cy="188882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F1D663-FC55-4C60-894E-52085BEA5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51560"/>
            <a:ext cx="3533503" cy="1982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Treatment-seeking is nearly evenly split — 51% Yes vs 49% No across 1,253 respondents.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a family history of mental illness seek treatment at a significantly higher 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workers show a higher treatment-seeking rate than office-based employees.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seek treatment at a notably higher rate than males, reflecting greater openness to seeking help.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respondents say mental health affects their work "Sometimes" or "Often."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11/ 12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end-to-end Power BI solution from raw data to published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family history and remote-work status are the strongest predictors of treatment-seeking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of standardizing 40+ inconsistent Gender entries into clean categories using 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track mental health trends over time with repeated survey waves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2000"/>
              <a:t>Thank You!</a:t>
            </a:r>
          </a:p>
          <a:p>
            <a:r>
              <a:rPr sz="2000"/>
              <a:t>Questions &amp; Discussion</a:t>
            </a:r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12/ 12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655</Words>
  <Application>Microsoft Office PowerPoint</Application>
  <PresentationFormat>On-screen Show 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SAMARTH BHATT</cp:lastModifiedBy>
  <cp:revision>17</cp:revision>
  <dcterms:created xsi:type="dcterms:W3CDTF">2026-06-29T04:56:05Z</dcterms:created>
  <dcterms:modified xsi:type="dcterms:W3CDTF">2026-07-01T09:03:06Z</dcterms:modified>
</cp:coreProperties>
</file>